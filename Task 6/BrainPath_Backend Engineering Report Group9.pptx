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BF08A5-C892-41CB-AA5D-992847094789}">
  <a:tblStyle styleId="{6ABF08A5-C892-41CB-AA5D-99284709478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6" y="2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9AF0E8-5C78-D9F1-DF33-58F1E6B46C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2830282" y="163282"/>
            <a:ext cx="6531436" cy="65314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E7EEF6"/>
              </a:gs>
              <a:gs pos="0">
                <a:schemeClr val="accent1">
                  <a:lumMod val="5000"/>
                  <a:lumOff val="95000"/>
                </a:schemeClr>
              </a:gs>
              <a:gs pos="97000">
                <a:schemeClr val="bg2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619750" y="3256508"/>
            <a:ext cx="9525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ABE63-3E70-411E-3BD7-1E674E51810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7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38658">
            <a:off x="5960210" y="214365"/>
            <a:ext cx="6798319" cy="6798319"/>
          </a:xfrm>
          <a:prstGeom prst="rect">
            <a:avLst/>
          </a:prstGeom>
        </p:spPr>
      </p:pic>
      <p:sp>
        <p:nvSpPr>
          <p:cNvPr id="88" name="Google Shape;88;p13"/>
          <p:cNvSpPr txBox="1"/>
          <p:nvPr/>
        </p:nvSpPr>
        <p:spPr>
          <a:xfrm>
            <a:off x="0" y="4894808"/>
            <a:ext cx="121920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Group 9</a:t>
            </a:r>
            <a:endParaRPr dirty="0"/>
          </a:p>
        </p:txBody>
      </p:sp>
      <p:sp>
        <p:nvSpPr>
          <p:cNvPr id="85" name="Google Shape;85;p13"/>
          <p:cNvSpPr txBox="1"/>
          <p:nvPr/>
        </p:nvSpPr>
        <p:spPr>
          <a:xfrm>
            <a:off x="0" y="1534566"/>
            <a:ext cx="121920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BrainPath</a:t>
            </a:r>
            <a:r>
              <a:rPr lang="en-US" sz="480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Architecture &amp; Implementation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0" y="3799433"/>
            <a:ext cx="121920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Relational Database Design and Backend Pipeline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2350" y="1900237"/>
            <a:ext cx="4152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66750" y="2714625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phase focuses on translating academic requirements into a scalable </a:t>
            </a: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Full-Stack architecture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1875" y="1909762"/>
            <a:ext cx="41338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66750" y="3495675"/>
            <a:ext cx="62293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Elements: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Identifying unique entities and user attributes.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6750" y="3938587"/>
            <a:ext cx="62293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Relational Modeling: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Blueprinting the system in 3rd Normal Form.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" y="4381500"/>
            <a:ext cx="62293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API Implementation: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Building the Node.js Express server logic.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" y="4824412"/>
            <a:ext cx="62293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State Hydration: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Linking database records to the React frontend.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352901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3971925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4414837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" y="4857750"/>
            <a:ext cx="228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ROADMAP &amp; DELIVERABLES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38375"/>
            <a:ext cx="34607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2238375"/>
            <a:ext cx="34607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238375"/>
            <a:ext cx="3460849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019550"/>
            <a:ext cx="34607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4019550"/>
            <a:ext cx="34607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52500" y="2476500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User Credentials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2857500"/>
            <a:ext cx="2936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 identity variables including encrypted password hashes and administrative roles.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51325" y="2476500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Student Metrics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51325" y="2857500"/>
            <a:ext cx="2936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Performance vectors like cumulative study hours, completion rates, and daily streaks.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50150" y="2476500"/>
            <a:ext cx="308382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Curriculum Data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50150" y="2857500"/>
            <a:ext cx="29369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Course artifacts, module keys, and lesson-level tracking parameters.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4257675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Event Metadata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4638675"/>
            <a:ext cx="29368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Temporal events including quizzes, lectures, and task-specific deadlines.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51325" y="4257675"/>
            <a:ext cx="308366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Engagement Logs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651325" y="4638675"/>
            <a:ext cx="2936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 activity distributions mapped across the weekly calendar for trend analysis.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DATA ELEMENTS &amp; CORE ENTITIES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900237"/>
            <a:ext cx="62293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1909762"/>
            <a:ext cx="1828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372350" y="2043112"/>
            <a:ext cx="43605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Normalization &amp; Performance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372350" y="2500312"/>
            <a:ext cx="41529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3NF Compliance: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 architected the schema following 3rd Normal Form rules to eliminate data redundancy and ensure transactional integrity.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372350" y="3767137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Decoupled Tables: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Volatile metrics (e.g., login streaks) are separated from core user info to optimize query speeds and storage efficiency.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372350" y="4762500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Access Control: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Logic-level separation of Student and Instructor roles for secure dashboard routing.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CONCEPTUAL RELATIONAL MODELING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666750" y="5114925"/>
            <a:ext cx="10858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Standard Crow's Foot notation was used to establish these relational constraints.</a:t>
            </a:r>
            <a:endParaRPr/>
          </a:p>
        </p:txBody>
      </p:sp>
      <p:graphicFrame>
        <p:nvGraphicFramePr>
          <p:cNvPr id="148" name="Google Shape;148;p17"/>
          <p:cNvGraphicFramePr/>
          <p:nvPr/>
        </p:nvGraphicFramePr>
        <p:xfrm>
          <a:off x="666750" y="23050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{6ABF08A5-C892-41CB-AA5D-992847094789}</a:tableStyleId>
              </a:tblPr>
              <a:tblGrid>
                <a:gridCol w="316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Relationship Path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Cardinality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Engineering Context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Users → Students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(0...1)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Mandatory unique profile link per account.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Instructors → Courses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One primary owner for multiple learning modules.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Students ↔ Courses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 :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Resolved via specialized Enrollment junction tables.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Courses →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Sequential quizzes tied to a singular course ID.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→ Adaptive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: 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artifacts processed by recommendation engines.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9" name="Google Shape;149;p17"/>
          <p:cNvSpPr/>
          <p:nvPr/>
        </p:nvSpPr>
        <p:spPr>
          <a:xfrm>
            <a:off x="666750" y="3195637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830835" y="3195637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405883" y="3195637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66750" y="3624262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3830835" y="3624262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405883" y="3624262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66750" y="4052887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830835" y="4052887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405883" y="4052887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66750" y="4481512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830835" y="4481512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405883" y="4481512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66750" y="4910137"/>
            <a:ext cx="31640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830835" y="4910137"/>
            <a:ext cx="15750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405883" y="4910137"/>
            <a:ext cx="611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RELATIONSHIP LOGIC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108585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ER ARCHITECTURE &amp; IDENTITY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2695575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UUID Identity Strategy: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 utilize Universally Unique Identifiers (UUID) for primary keys instead of integers to enhance security and prevent record prediction.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3871912"/>
            <a:ext cx="49530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Referential Integrity: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Implemented ON DELETE CASCADE for profile metrics to ensure automatic cleanup of dependent student data.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5048250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Junction Tables: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Efficient mapping of student progress across courses using high-speed modules lookup tables.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2350" y="1900237"/>
            <a:ext cx="4152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66750" y="2581275"/>
            <a:ext cx="654081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Safe Schema Engineering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6750" y="3048000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Enum Constrained Types: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Deployed custom enumerated types directly in the DB engine to prevent illegal data entry at the source.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6750" y="3771900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Safe Migrations: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Developed idempotent SQL scripts (IF NOT EXISTS) to allow continuous updates without data loss.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6750" y="4495800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Record Bootstrapping: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Automated procedures to initialize study metrics immediately upon user registration.</a:t>
            </a:r>
            <a:endParaRPr/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81875" y="1909762"/>
            <a:ext cx="41338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PHYSICAL DATABASE EXECUTION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900237"/>
            <a:ext cx="62293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909762"/>
            <a:ext cx="62103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7372350" y="2178843"/>
            <a:ext cx="43605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API Logic &amp; Security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372350" y="2636043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Connection Pooling: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Configured pg-pool to manage database connections efficiently under heavy user load.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372350" y="3631406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Authentication Guards: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Middleware layer decrypts Bearer tokens to verify user permissions before data access.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7372350" y="4626768"/>
            <a:ext cx="415290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JSON Payloads: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Optimized API endpoints aggregate complex data (profile, charts, events) into single, predictable response objects.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5. BACKEND PIPELINE &amp; EXPRESS APIS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8828C6-1B42-C806-EC56-CDF0F17BA7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6840" y="475110"/>
            <a:ext cx="6798319" cy="6798319"/>
          </a:xfrm>
          <a:prstGeom prst="rect">
            <a:avLst/>
          </a:prstGeom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2350" y="1900237"/>
            <a:ext cx="41529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66750" y="2626518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Dynamic Hydration: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Connected the React Dashboard to Backend endpoints using standardized async request patterns.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666750" y="3350418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Type-Safe Rendering: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UI layer is synchronized with the DB schema, ensuring charts and tables display real-time data metrics.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66750" y="4902993"/>
            <a:ext cx="62293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BrainPath</a:t>
            </a:r>
            <a:r>
              <a:rPr lang="en-US" sz="1425" b="1" i="0" u="none" strike="noStrike" cap="none" dirty="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 is now a fully data-driven educational platform.</a:t>
            </a:r>
            <a:endParaRPr dirty="0"/>
          </a:p>
        </p:txBody>
      </p:sp>
      <p:pic>
        <p:nvPicPr>
          <p:cNvPr id="212" name="Google Shape;21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1875" y="1909762"/>
            <a:ext cx="41338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666750" y="47625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6. FULL-STACK INTEGRATION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666750" y="1095375"/>
            <a:ext cx="10858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66750" y="4074318"/>
            <a:ext cx="62293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Asynchronous UX: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Implemented visual loading states and error boundaries to handle data fetching latency gracefully.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578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Fontebo Achah</dc:creator>
  <cp:lastModifiedBy>Fontebo Achah</cp:lastModifiedBy>
  <cp:revision>2</cp:revision>
  <dcterms:modified xsi:type="dcterms:W3CDTF">2026-06-16T11:22:26Z</dcterms:modified>
</cp:coreProperties>
</file>